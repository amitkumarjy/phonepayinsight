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58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09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360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1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24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26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53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47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92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7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615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1000"/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644E1-798A-42F8-829B-01125D4079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9D1CD-09A8-433F-B9F5-4682D96DA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07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err="1" smtClean="0"/>
              <a:t>PhonePe</a:t>
            </a:r>
            <a:r>
              <a:rPr lang="en-IN" b="1" dirty="0" smtClean="0"/>
              <a:t> Transaction &amp; Insurance Insights Analysis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Domain: Finance / Digital Payment Analytics</a:t>
            </a:r>
          </a:p>
          <a:p>
            <a:r>
              <a:rPr lang="en-US" dirty="0" smtClean="0"/>
              <a:t>Tools: Python | MySQL | Power BI | </a:t>
            </a:r>
            <a:r>
              <a:rPr lang="en-US" dirty="0" err="1" smtClean="0"/>
              <a:t>Streamlit</a:t>
            </a:r>
            <a:endParaRPr lang="en-US" dirty="0" smtClean="0"/>
          </a:p>
          <a:p>
            <a:r>
              <a:rPr lang="en-US" dirty="0" smtClean="0"/>
              <a:t>Developed By: </a:t>
            </a:r>
            <a:r>
              <a:rPr lang="en-US" dirty="0" err="1" smtClean="0"/>
              <a:t>Amitkumar</a:t>
            </a:r>
            <a:r>
              <a:rPr lang="en-US" dirty="0" smtClean="0"/>
              <a:t> P. </a:t>
            </a:r>
            <a:r>
              <a:rPr lang="en-US" dirty="0" err="1" smtClean="0"/>
              <a:t>Mutyalwar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77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Problem Statement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Digital payment platforms like </a:t>
            </a:r>
            <a:r>
              <a:rPr lang="en-IN" b="1" dirty="0" err="1" smtClean="0"/>
              <a:t>PhonePe</a:t>
            </a:r>
            <a:r>
              <a:rPr lang="en-IN" dirty="0" smtClean="0"/>
              <a:t> generate massive transactional data.</a:t>
            </a:r>
          </a:p>
          <a:p>
            <a:r>
              <a:rPr lang="en-IN" dirty="0" smtClean="0"/>
              <a:t>Challenges:</a:t>
            </a:r>
          </a:p>
          <a:p>
            <a:r>
              <a:rPr lang="en-IN" dirty="0" smtClean="0"/>
              <a:t>Huge data volume</a:t>
            </a:r>
          </a:p>
          <a:p>
            <a:r>
              <a:rPr lang="en-IN" dirty="0" smtClean="0"/>
              <a:t>Regional performance tracking</a:t>
            </a:r>
          </a:p>
          <a:p>
            <a:r>
              <a:rPr lang="en-IN" dirty="0" smtClean="0"/>
              <a:t>Insurance growth analysis</a:t>
            </a:r>
          </a:p>
          <a:p>
            <a:r>
              <a:rPr lang="en-IN" dirty="0" smtClean="0"/>
              <a:t>User </a:t>
            </a:r>
            <a:r>
              <a:rPr lang="en-IN" dirty="0" err="1" smtClean="0"/>
              <a:t>behavior</a:t>
            </a:r>
            <a:r>
              <a:rPr lang="en-IN" dirty="0" smtClean="0"/>
              <a:t> insights</a:t>
            </a:r>
          </a:p>
          <a:p>
            <a:r>
              <a:rPr lang="en-IN" dirty="0" smtClean="0"/>
              <a:t>Objective: Extract, </a:t>
            </a:r>
            <a:r>
              <a:rPr lang="en-IN" dirty="0" err="1" smtClean="0"/>
              <a:t>analyze</a:t>
            </a:r>
            <a:r>
              <a:rPr lang="en-IN" dirty="0" smtClean="0"/>
              <a:t> &amp; visualize data for actionable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3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Project Workflow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Data Extraction (JSON → Python)</a:t>
            </a:r>
          </a:p>
          <a:p>
            <a:r>
              <a:rPr lang="en-IN" dirty="0" smtClean="0"/>
              <a:t>Data Storage (MySQL Database)</a:t>
            </a:r>
          </a:p>
          <a:p>
            <a:r>
              <a:rPr lang="en-IN" dirty="0" smtClean="0"/>
              <a:t>SQL Analysis (Aggregation &amp; Joins)</a:t>
            </a:r>
          </a:p>
          <a:p>
            <a:r>
              <a:rPr lang="en-IN" dirty="0" smtClean="0"/>
              <a:t>Dashboard Creation (Power BI)</a:t>
            </a:r>
          </a:p>
          <a:p>
            <a:r>
              <a:rPr lang="en-IN" dirty="0" smtClean="0"/>
              <a:t>Web App Deployment (</a:t>
            </a:r>
            <a:r>
              <a:rPr lang="en-IN" dirty="0" err="1" smtClean="0"/>
              <a:t>Streamlit</a:t>
            </a:r>
            <a:r>
              <a:rPr lang="en-IN" dirty="0" smtClean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40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Database &amp; SQL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Tables Used:</a:t>
            </a:r>
          </a:p>
          <a:p>
            <a:r>
              <a:rPr lang="en-US" dirty="0" err="1" smtClean="0"/>
              <a:t>aggregated_transaction</a:t>
            </a:r>
            <a:endParaRPr lang="en-US" dirty="0" smtClean="0"/>
          </a:p>
          <a:p>
            <a:r>
              <a:rPr lang="en-US" dirty="0" err="1" smtClean="0"/>
              <a:t>map_transaction</a:t>
            </a:r>
            <a:endParaRPr lang="en-US" dirty="0" smtClean="0"/>
          </a:p>
          <a:p>
            <a:r>
              <a:rPr lang="en-US" dirty="0" err="1" smtClean="0"/>
              <a:t>aggregated_user</a:t>
            </a:r>
            <a:endParaRPr lang="en-US" dirty="0" smtClean="0"/>
          </a:p>
          <a:p>
            <a:r>
              <a:rPr lang="en-US" dirty="0" err="1" smtClean="0"/>
              <a:t>top_user</a:t>
            </a:r>
            <a:endParaRPr lang="en-US" dirty="0" smtClean="0"/>
          </a:p>
          <a:p>
            <a:r>
              <a:rPr lang="en-US" dirty="0" err="1" smtClean="0"/>
              <a:t>map_insurance</a:t>
            </a:r>
            <a:endParaRPr lang="en-US" dirty="0" smtClean="0"/>
          </a:p>
          <a:p>
            <a:r>
              <a:rPr lang="en-US" dirty="0" err="1" smtClean="0"/>
              <a:t>top_insurance</a:t>
            </a:r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SQL Operations:</a:t>
            </a:r>
          </a:p>
          <a:p>
            <a:r>
              <a:rPr lang="en-US" dirty="0" smtClean="0"/>
              <a:t>GROUP BY</a:t>
            </a:r>
          </a:p>
          <a:p>
            <a:r>
              <a:rPr lang="en-US" dirty="0" smtClean="0"/>
              <a:t>SUM()</a:t>
            </a:r>
          </a:p>
          <a:p>
            <a:r>
              <a:rPr lang="en-US" dirty="0" smtClean="0"/>
              <a:t>JOIN</a:t>
            </a:r>
          </a:p>
          <a:p>
            <a:r>
              <a:rPr lang="en-US" dirty="0" smtClean="0"/>
              <a:t>LIMIT</a:t>
            </a:r>
          </a:p>
          <a:p>
            <a:r>
              <a:rPr lang="en-US" dirty="0" smtClean="0"/>
              <a:t>Index 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155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Sample SQL Query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state, SUM(</a:t>
            </a:r>
            <a:r>
              <a:rPr lang="en-US" dirty="0" err="1" smtClean="0"/>
              <a:t>transaction_amount</a:t>
            </a:r>
            <a:r>
              <a:rPr lang="en-US" dirty="0" smtClean="0"/>
              <a:t>) AS </a:t>
            </a:r>
            <a:r>
              <a:rPr lang="en-US" dirty="0" err="1" smtClean="0"/>
              <a:t>total_amount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aggregated_transaction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GROUP BY state</a:t>
            </a:r>
          </a:p>
          <a:p>
            <a:pPr marL="0" indent="0">
              <a:buNone/>
            </a:pPr>
            <a:r>
              <a:rPr lang="en-US" dirty="0" smtClean="0"/>
              <a:t>ORDER BY </a:t>
            </a:r>
            <a:r>
              <a:rPr lang="en-US" dirty="0" err="1" smtClean="0"/>
              <a:t>total_amount</a:t>
            </a:r>
            <a:r>
              <a:rPr lang="en-US" dirty="0" smtClean="0"/>
              <a:t> DESC</a:t>
            </a:r>
          </a:p>
          <a:p>
            <a:pPr marL="0" indent="0">
              <a:buNone/>
            </a:pPr>
            <a:r>
              <a:rPr lang="en-US" dirty="0" smtClean="0"/>
              <a:t>LIMIT 10;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596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Power BI Dashboard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KPI Cards (Total Amount, Users, Insurance)</a:t>
            </a:r>
          </a:p>
          <a:p>
            <a:r>
              <a:rPr lang="en-US" dirty="0" smtClean="0"/>
              <a:t>Bar Chart (Top States)</a:t>
            </a:r>
          </a:p>
          <a:p>
            <a:r>
              <a:rPr lang="en-US" dirty="0" smtClean="0"/>
              <a:t>Line Chart (Growth Trend)</a:t>
            </a:r>
          </a:p>
          <a:p>
            <a:r>
              <a:rPr lang="en-US" dirty="0" smtClean="0"/>
              <a:t>Year &amp; Quarter Filters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3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Key Insights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High transaction volume states identified</a:t>
            </a:r>
          </a:p>
          <a:p>
            <a:r>
              <a:rPr lang="en-US" dirty="0" smtClean="0"/>
              <a:t>Insurance growth visible in tier-2 regions</a:t>
            </a:r>
          </a:p>
          <a:p>
            <a:r>
              <a:rPr lang="en-US" dirty="0" smtClean="0"/>
              <a:t>Quarterly user growth trend increasing</a:t>
            </a:r>
          </a:p>
          <a:p>
            <a:r>
              <a:rPr lang="en-US" dirty="0" smtClean="0"/>
              <a:t>District-level financial activity observed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623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Streamlit</a:t>
            </a:r>
            <a:r>
              <a:rPr lang="en-IN" b="1" dirty="0" smtClean="0"/>
              <a:t> Application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Features:</a:t>
            </a:r>
          </a:p>
          <a:p>
            <a:r>
              <a:rPr lang="en-US" dirty="0" smtClean="0"/>
              <a:t>Database connection</a:t>
            </a:r>
          </a:p>
          <a:p>
            <a:r>
              <a:rPr lang="en-US" dirty="0" smtClean="0"/>
              <a:t>Interactive filters</a:t>
            </a:r>
          </a:p>
          <a:p>
            <a:r>
              <a:rPr lang="en-US" dirty="0" smtClean="0"/>
              <a:t>Real-time query execution</a:t>
            </a:r>
          </a:p>
          <a:p>
            <a:r>
              <a:rPr lang="en-US" dirty="0" smtClean="0"/>
              <a:t>Dynamic charts</a:t>
            </a:r>
          </a:p>
          <a:p>
            <a:r>
              <a:rPr lang="en-US" dirty="0" smtClean="0"/>
              <a:t>Clean UI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122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Challenges Faced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MySQL connection timeout</a:t>
            </a:r>
          </a:p>
          <a:p>
            <a:r>
              <a:rPr lang="en-IN" dirty="0" smtClean="0"/>
              <a:t>Heavy join performance issues</a:t>
            </a:r>
          </a:p>
          <a:p>
            <a:r>
              <a:rPr lang="en-IN" dirty="0" smtClean="0"/>
              <a:t>Large dataset handling</a:t>
            </a:r>
          </a:p>
          <a:p>
            <a:r>
              <a:rPr lang="en-IN" dirty="0" smtClean="0"/>
              <a:t>Query optimization</a:t>
            </a:r>
          </a:p>
          <a:p>
            <a:pPr marL="0" indent="0">
              <a:buNone/>
            </a:pPr>
            <a:r>
              <a:rPr lang="en-IN" b="1" dirty="0" smtClean="0"/>
              <a:t>Solution :</a:t>
            </a:r>
          </a:p>
          <a:p>
            <a:r>
              <a:rPr lang="en-IN" dirty="0" smtClean="0"/>
              <a:t>Added composite indexes</a:t>
            </a:r>
          </a:p>
          <a:p>
            <a:r>
              <a:rPr lang="en-IN" dirty="0" smtClean="0"/>
              <a:t>Filtered data before joins</a:t>
            </a:r>
          </a:p>
          <a:p>
            <a:r>
              <a:rPr lang="en-IN" dirty="0" smtClean="0"/>
              <a:t>Optimized aggregation queries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864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Conclusion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This project demonstrates:</a:t>
            </a:r>
          </a:p>
          <a:p>
            <a:r>
              <a:rPr lang="en-US" dirty="0" smtClean="0"/>
              <a:t>End-to-end data pipeline</a:t>
            </a:r>
          </a:p>
          <a:p>
            <a:r>
              <a:rPr lang="en-US" dirty="0" smtClean="0"/>
              <a:t>SQL optimization</a:t>
            </a:r>
          </a:p>
          <a:p>
            <a:r>
              <a:rPr lang="en-US" dirty="0" smtClean="0"/>
              <a:t>Business intelligence dashboard creation</a:t>
            </a:r>
          </a:p>
          <a:p>
            <a:r>
              <a:rPr lang="en-US" dirty="0" smtClean="0"/>
              <a:t>Web deployment of analytics application</a:t>
            </a:r>
          </a:p>
          <a:p>
            <a:pPr marL="0" indent="0">
              <a:buNone/>
            </a:pPr>
            <a:r>
              <a:rPr lang="en-US" dirty="0" smtClean="0"/>
              <a:t>👉 Data-driven decision making in digital payments domain.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03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275</Words>
  <Application>Microsoft Office PowerPoint</Application>
  <PresentationFormat>On-screen Show (4:3)</PresentationFormat>
  <Paragraphs>72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PhonePe Transaction &amp; Insurance Insights Analysis</vt:lpstr>
      <vt:lpstr>Problem Statement :</vt:lpstr>
      <vt:lpstr>Project Workflow :</vt:lpstr>
      <vt:lpstr>Database &amp; SQL :</vt:lpstr>
      <vt:lpstr>Sample SQL Query :</vt:lpstr>
      <vt:lpstr>Power BI Dashboard :</vt:lpstr>
      <vt:lpstr>Key Insights :</vt:lpstr>
      <vt:lpstr>Streamlit Application :</vt:lpstr>
      <vt:lpstr>Challenges Faced :</vt:lpstr>
      <vt:lpstr>Conclusion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PhonePe Transaction &amp; Insurance Insights Analysis</dc:title>
  <dc:creator>AMIT</dc:creator>
  <cp:lastModifiedBy>AMIT</cp:lastModifiedBy>
  <cp:revision>2</cp:revision>
  <dcterms:created xsi:type="dcterms:W3CDTF">2026-03-01T12:52:42Z</dcterms:created>
  <dcterms:modified xsi:type="dcterms:W3CDTF">2026-03-01T13:08:33Z</dcterms:modified>
</cp:coreProperties>
</file>